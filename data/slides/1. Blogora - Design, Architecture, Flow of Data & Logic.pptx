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B3C2D-8D3A-41C8-B41D-248E123935A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69EABDE-BE7B-4040-B39A-09791C2B53A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Make portfolio stronger</a:t>
          </a:r>
        </a:p>
      </dgm:t>
    </dgm:pt>
    <dgm:pt modelId="{0B9A3027-D62E-4753-B59B-FD3541B5194D}" type="parTrans" cxnId="{7289D1FA-A626-43BD-887D-998137FE8040}">
      <dgm:prSet/>
      <dgm:spPr/>
      <dgm:t>
        <a:bodyPr/>
        <a:lstStyle/>
        <a:p>
          <a:endParaRPr lang="en-US"/>
        </a:p>
      </dgm:t>
    </dgm:pt>
    <dgm:pt modelId="{F6452412-3CF0-4F3A-8724-1F321DEEF72A}" type="sibTrans" cxnId="{7289D1FA-A626-43BD-887D-998137FE80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246272-67B4-406C-8F12-680892CECE3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Practice workflow between frontend and backend</a:t>
          </a:r>
        </a:p>
      </dgm:t>
    </dgm:pt>
    <dgm:pt modelId="{9C84F290-0613-4C04-97A3-2F616E2337C3}" type="parTrans" cxnId="{0E1D4445-47F7-402E-9C7B-4753634FD4F0}">
      <dgm:prSet/>
      <dgm:spPr/>
      <dgm:t>
        <a:bodyPr/>
        <a:lstStyle/>
        <a:p>
          <a:endParaRPr lang="en-US"/>
        </a:p>
      </dgm:t>
    </dgm:pt>
    <dgm:pt modelId="{DD55F87F-6B74-4F6C-85AA-3F20674C6728}" type="sibTrans" cxnId="{0E1D4445-47F7-402E-9C7B-4753634FD4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CADA5E6-0874-4CEA-8ED5-DB3459697FD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Understand architecture and business rules</a:t>
          </a:r>
        </a:p>
      </dgm:t>
    </dgm:pt>
    <dgm:pt modelId="{54086B85-D79E-4667-9DDC-B8FDD53EB9E4}" type="parTrans" cxnId="{2D1FEAB9-3E88-42E0-AACA-43FE317920D9}">
      <dgm:prSet/>
      <dgm:spPr/>
      <dgm:t>
        <a:bodyPr/>
        <a:lstStyle/>
        <a:p>
          <a:endParaRPr lang="en-US"/>
        </a:p>
      </dgm:t>
    </dgm:pt>
    <dgm:pt modelId="{9570212E-4CDB-44BD-A630-2439353353AD}" type="sibTrans" cxnId="{2D1FEAB9-3E88-42E0-AACA-43FE317920D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2AE306-4A8F-42CB-AC30-998BC94F1DD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teamwork habit</a:t>
          </a:r>
        </a:p>
      </dgm:t>
    </dgm:pt>
    <dgm:pt modelId="{B169063F-EA1C-4DB9-B603-B680489C392B}" type="parTrans" cxnId="{C122A949-A2D8-49A2-8401-F6C410F78AC5}">
      <dgm:prSet/>
      <dgm:spPr/>
      <dgm:t>
        <a:bodyPr/>
        <a:lstStyle/>
        <a:p>
          <a:endParaRPr lang="en-US"/>
        </a:p>
      </dgm:t>
    </dgm:pt>
    <dgm:pt modelId="{B0E79935-04A8-4984-B54E-A4FDF3C3AE32}" type="sibTrans" cxnId="{C122A949-A2D8-49A2-8401-F6C410F78AC5}">
      <dgm:prSet/>
      <dgm:spPr/>
      <dgm:t>
        <a:bodyPr/>
        <a:lstStyle/>
        <a:p>
          <a:endParaRPr lang="en-US"/>
        </a:p>
      </dgm:t>
    </dgm:pt>
    <dgm:pt modelId="{D657ADBE-E735-4262-8C53-B2A374C51D0E}" type="pres">
      <dgm:prSet presAssocID="{416B3C2D-8D3A-41C8-B41D-248E123935A8}" presName="root" presStyleCnt="0">
        <dgm:presLayoutVars>
          <dgm:dir/>
          <dgm:resizeHandles val="exact"/>
        </dgm:presLayoutVars>
      </dgm:prSet>
      <dgm:spPr/>
    </dgm:pt>
    <dgm:pt modelId="{EA5FBD30-550C-4695-8D54-86BB783DC8D0}" type="pres">
      <dgm:prSet presAssocID="{416B3C2D-8D3A-41C8-B41D-248E123935A8}" presName="container" presStyleCnt="0">
        <dgm:presLayoutVars>
          <dgm:dir/>
          <dgm:resizeHandles val="exact"/>
        </dgm:presLayoutVars>
      </dgm:prSet>
      <dgm:spPr/>
    </dgm:pt>
    <dgm:pt modelId="{677D6448-09FE-4230-8656-8BED309E53AD}" type="pres">
      <dgm:prSet presAssocID="{C69EABDE-BE7B-4040-B39A-09791C2B53A7}" presName="compNode" presStyleCnt="0"/>
      <dgm:spPr/>
    </dgm:pt>
    <dgm:pt modelId="{2796E2F6-EE29-4B6E-A597-E67DD33527EE}" type="pres">
      <dgm:prSet presAssocID="{C69EABDE-BE7B-4040-B39A-09791C2B53A7}" presName="iconBgRect" presStyleLbl="bgShp" presStyleIdx="0" presStyleCnt="4"/>
      <dgm:spPr/>
    </dgm:pt>
    <dgm:pt modelId="{8C72FFE0-8322-41CA-BB34-45B213DBFC3F}" type="pres">
      <dgm:prSet presAssocID="{C69EABDE-BE7B-4040-B39A-09791C2B53A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8BB79AE-D147-4DA3-8F19-FD007467B5FE}" type="pres">
      <dgm:prSet presAssocID="{C69EABDE-BE7B-4040-B39A-09791C2B53A7}" presName="spaceRect" presStyleCnt="0"/>
      <dgm:spPr/>
    </dgm:pt>
    <dgm:pt modelId="{B9FD14C9-3A41-4151-9F24-D25114B98BDE}" type="pres">
      <dgm:prSet presAssocID="{C69EABDE-BE7B-4040-B39A-09791C2B53A7}" presName="textRect" presStyleLbl="revTx" presStyleIdx="0" presStyleCnt="4">
        <dgm:presLayoutVars>
          <dgm:chMax val="1"/>
          <dgm:chPref val="1"/>
        </dgm:presLayoutVars>
      </dgm:prSet>
      <dgm:spPr/>
    </dgm:pt>
    <dgm:pt modelId="{5A8C214D-B950-4EEE-B692-53CFD927FC4C}" type="pres">
      <dgm:prSet presAssocID="{F6452412-3CF0-4F3A-8724-1F321DEEF72A}" presName="sibTrans" presStyleLbl="sibTrans2D1" presStyleIdx="0" presStyleCnt="0"/>
      <dgm:spPr/>
    </dgm:pt>
    <dgm:pt modelId="{21D8808C-976E-4E6A-9C0F-D7F5BA9D23E9}" type="pres">
      <dgm:prSet presAssocID="{2D246272-67B4-406C-8F12-680892CECE37}" presName="compNode" presStyleCnt="0"/>
      <dgm:spPr/>
    </dgm:pt>
    <dgm:pt modelId="{39B3A199-D6F6-4F1D-9555-52E6DF3066AC}" type="pres">
      <dgm:prSet presAssocID="{2D246272-67B4-406C-8F12-680892CECE37}" presName="iconBgRect" presStyleLbl="bgShp" presStyleIdx="1" presStyleCnt="4"/>
      <dgm:spPr/>
    </dgm:pt>
    <dgm:pt modelId="{5FC580F6-444B-43A6-B7B5-B384334CDD2A}" type="pres">
      <dgm:prSet presAssocID="{2D246272-67B4-406C-8F12-680892CECE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08955CD-81DD-47A0-909C-52BE2144FA38}" type="pres">
      <dgm:prSet presAssocID="{2D246272-67B4-406C-8F12-680892CECE37}" presName="spaceRect" presStyleCnt="0"/>
      <dgm:spPr/>
    </dgm:pt>
    <dgm:pt modelId="{C4859B10-63E6-4496-B282-8D5BC0EE752E}" type="pres">
      <dgm:prSet presAssocID="{2D246272-67B4-406C-8F12-680892CECE37}" presName="textRect" presStyleLbl="revTx" presStyleIdx="1" presStyleCnt="4">
        <dgm:presLayoutVars>
          <dgm:chMax val="1"/>
          <dgm:chPref val="1"/>
        </dgm:presLayoutVars>
      </dgm:prSet>
      <dgm:spPr/>
    </dgm:pt>
    <dgm:pt modelId="{32377629-60E6-4D54-90A7-E3CCC9294D57}" type="pres">
      <dgm:prSet presAssocID="{DD55F87F-6B74-4F6C-85AA-3F20674C6728}" presName="sibTrans" presStyleLbl="sibTrans2D1" presStyleIdx="0" presStyleCnt="0"/>
      <dgm:spPr/>
    </dgm:pt>
    <dgm:pt modelId="{7AEF346D-E5A8-4F3B-AC80-2950E9707FF9}" type="pres">
      <dgm:prSet presAssocID="{3CADA5E6-0874-4CEA-8ED5-DB3459697FD8}" presName="compNode" presStyleCnt="0"/>
      <dgm:spPr/>
    </dgm:pt>
    <dgm:pt modelId="{7BE811A1-5E10-4974-96C0-539D243AB6F5}" type="pres">
      <dgm:prSet presAssocID="{3CADA5E6-0874-4CEA-8ED5-DB3459697FD8}" presName="iconBgRect" presStyleLbl="bgShp" presStyleIdx="2" presStyleCnt="4"/>
      <dgm:spPr/>
    </dgm:pt>
    <dgm:pt modelId="{C9C05113-6B9F-47BC-891C-97A58401025B}" type="pres">
      <dgm:prSet presAssocID="{3CADA5E6-0874-4CEA-8ED5-DB3459697F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957278A-0840-464D-A8A4-90C8DFE2599F}" type="pres">
      <dgm:prSet presAssocID="{3CADA5E6-0874-4CEA-8ED5-DB3459697FD8}" presName="spaceRect" presStyleCnt="0"/>
      <dgm:spPr/>
    </dgm:pt>
    <dgm:pt modelId="{B1E79416-5E7F-40F0-8045-91000B3EC72C}" type="pres">
      <dgm:prSet presAssocID="{3CADA5E6-0874-4CEA-8ED5-DB3459697FD8}" presName="textRect" presStyleLbl="revTx" presStyleIdx="2" presStyleCnt="4">
        <dgm:presLayoutVars>
          <dgm:chMax val="1"/>
          <dgm:chPref val="1"/>
        </dgm:presLayoutVars>
      </dgm:prSet>
      <dgm:spPr/>
    </dgm:pt>
    <dgm:pt modelId="{D583091C-20D5-4E47-8CE8-593CF9929798}" type="pres">
      <dgm:prSet presAssocID="{9570212E-4CDB-44BD-A630-2439353353AD}" presName="sibTrans" presStyleLbl="sibTrans2D1" presStyleIdx="0" presStyleCnt="0"/>
      <dgm:spPr/>
    </dgm:pt>
    <dgm:pt modelId="{FC3B71D2-2571-45C8-9DE8-4159B5C23C4C}" type="pres">
      <dgm:prSet presAssocID="{972AE306-4A8F-42CB-AC30-998BC94F1DD6}" presName="compNode" presStyleCnt="0"/>
      <dgm:spPr/>
    </dgm:pt>
    <dgm:pt modelId="{145EF5D5-C554-4129-A50F-DFF68550FF35}" type="pres">
      <dgm:prSet presAssocID="{972AE306-4A8F-42CB-AC30-998BC94F1DD6}" presName="iconBgRect" presStyleLbl="bgShp" presStyleIdx="3" presStyleCnt="4"/>
      <dgm:spPr/>
    </dgm:pt>
    <dgm:pt modelId="{39DBD1F9-F534-47FD-A08C-AED715CB6852}" type="pres">
      <dgm:prSet presAssocID="{972AE306-4A8F-42CB-AC30-998BC94F1D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2A6845A-FD6D-4A23-81DE-AED0D3840BAF}" type="pres">
      <dgm:prSet presAssocID="{972AE306-4A8F-42CB-AC30-998BC94F1DD6}" presName="spaceRect" presStyleCnt="0"/>
      <dgm:spPr/>
    </dgm:pt>
    <dgm:pt modelId="{16A42362-4239-4D0F-9602-77F6184A19F7}" type="pres">
      <dgm:prSet presAssocID="{972AE306-4A8F-42CB-AC30-998BC94F1DD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401E01-8FD3-4C47-BC17-B0046B2CC892}" type="presOf" srcId="{972AE306-4A8F-42CB-AC30-998BC94F1DD6}" destId="{16A42362-4239-4D0F-9602-77F6184A19F7}" srcOrd="0" destOrd="0" presId="urn:microsoft.com/office/officeart/2018/2/layout/IconCircleList"/>
    <dgm:cxn modelId="{0E1D4445-47F7-402E-9C7B-4753634FD4F0}" srcId="{416B3C2D-8D3A-41C8-B41D-248E123935A8}" destId="{2D246272-67B4-406C-8F12-680892CECE37}" srcOrd="1" destOrd="0" parTransId="{9C84F290-0613-4C04-97A3-2F616E2337C3}" sibTransId="{DD55F87F-6B74-4F6C-85AA-3F20674C6728}"/>
    <dgm:cxn modelId="{C122A949-A2D8-49A2-8401-F6C410F78AC5}" srcId="{416B3C2D-8D3A-41C8-B41D-248E123935A8}" destId="{972AE306-4A8F-42CB-AC30-998BC94F1DD6}" srcOrd="3" destOrd="0" parTransId="{B169063F-EA1C-4DB9-B603-B680489C392B}" sibTransId="{B0E79935-04A8-4984-B54E-A4FDF3C3AE32}"/>
    <dgm:cxn modelId="{148C0C54-DA59-403D-87E4-33632A481C84}" type="presOf" srcId="{C69EABDE-BE7B-4040-B39A-09791C2B53A7}" destId="{B9FD14C9-3A41-4151-9F24-D25114B98BDE}" srcOrd="0" destOrd="0" presId="urn:microsoft.com/office/officeart/2018/2/layout/IconCircleList"/>
    <dgm:cxn modelId="{14BB7F7C-FE81-4013-9CD6-98CE7584FFC1}" type="presOf" srcId="{F6452412-3CF0-4F3A-8724-1F321DEEF72A}" destId="{5A8C214D-B950-4EEE-B692-53CFD927FC4C}" srcOrd="0" destOrd="0" presId="urn:microsoft.com/office/officeart/2018/2/layout/IconCircleList"/>
    <dgm:cxn modelId="{880FCF95-5D6A-4540-A1E1-9C3BD912CAB2}" type="presOf" srcId="{2D246272-67B4-406C-8F12-680892CECE37}" destId="{C4859B10-63E6-4496-B282-8D5BC0EE752E}" srcOrd="0" destOrd="0" presId="urn:microsoft.com/office/officeart/2018/2/layout/IconCircleList"/>
    <dgm:cxn modelId="{8AFD7D97-6284-4C74-BC3F-09BE7BEDE0DD}" type="presOf" srcId="{416B3C2D-8D3A-41C8-B41D-248E123935A8}" destId="{D657ADBE-E735-4262-8C53-B2A374C51D0E}" srcOrd="0" destOrd="0" presId="urn:microsoft.com/office/officeart/2018/2/layout/IconCircleList"/>
    <dgm:cxn modelId="{2D1FEAB9-3E88-42E0-AACA-43FE317920D9}" srcId="{416B3C2D-8D3A-41C8-B41D-248E123935A8}" destId="{3CADA5E6-0874-4CEA-8ED5-DB3459697FD8}" srcOrd="2" destOrd="0" parTransId="{54086B85-D79E-4667-9DDC-B8FDD53EB9E4}" sibTransId="{9570212E-4CDB-44BD-A630-2439353353AD}"/>
    <dgm:cxn modelId="{8A54DDC8-325A-488D-9D5E-E625DC402096}" type="presOf" srcId="{9570212E-4CDB-44BD-A630-2439353353AD}" destId="{D583091C-20D5-4E47-8CE8-593CF9929798}" srcOrd="0" destOrd="0" presId="urn:microsoft.com/office/officeart/2018/2/layout/IconCircleList"/>
    <dgm:cxn modelId="{5E814FD5-32D3-4428-B494-3678D156FAB1}" type="presOf" srcId="{3CADA5E6-0874-4CEA-8ED5-DB3459697FD8}" destId="{B1E79416-5E7F-40F0-8045-91000B3EC72C}" srcOrd="0" destOrd="0" presId="urn:microsoft.com/office/officeart/2018/2/layout/IconCircleList"/>
    <dgm:cxn modelId="{95420AE0-A2D6-4D06-AE9F-73DA07081CF9}" type="presOf" srcId="{DD55F87F-6B74-4F6C-85AA-3F20674C6728}" destId="{32377629-60E6-4D54-90A7-E3CCC9294D57}" srcOrd="0" destOrd="0" presId="urn:microsoft.com/office/officeart/2018/2/layout/IconCircleList"/>
    <dgm:cxn modelId="{7289D1FA-A626-43BD-887D-998137FE8040}" srcId="{416B3C2D-8D3A-41C8-B41D-248E123935A8}" destId="{C69EABDE-BE7B-4040-B39A-09791C2B53A7}" srcOrd="0" destOrd="0" parTransId="{0B9A3027-D62E-4753-B59B-FD3541B5194D}" sibTransId="{F6452412-3CF0-4F3A-8724-1F321DEEF72A}"/>
    <dgm:cxn modelId="{CE6CF58D-B8C1-49EF-944A-B59044BA582B}" type="presParOf" srcId="{D657ADBE-E735-4262-8C53-B2A374C51D0E}" destId="{EA5FBD30-550C-4695-8D54-86BB783DC8D0}" srcOrd="0" destOrd="0" presId="urn:microsoft.com/office/officeart/2018/2/layout/IconCircleList"/>
    <dgm:cxn modelId="{F6B18193-247C-4570-9918-3732FC8DC018}" type="presParOf" srcId="{EA5FBD30-550C-4695-8D54-86BB783DC8D0}" destId="{677D6448-09FE-4230-8656-8BED309E53AD}" srcOrd="0" destOrd="0" presId="urn:microsoft.com/office/officeart/2018/2/layout/IconCircleList"/>
    <dgm:cxn modelId="{CA5A5E7A-5AB1-4C26-B193-13368B2D8510}" type="presParOf" srcId="{677D6448-09FE-4230-8656-8BED309E53AD}" destId="{2796E2F6-EE29-4B6E-A597-E67DD33527EE}" srcOrd="0" destOrd="0" presId="urn:microsoft.com/office/officeart/2018/2/layout/IconCircleList"/>
    <dgm:cxn modelId="{08E43EE2-BEE7-447E-A606-FBEAAADC0ABF}" type="presParOf" srcId="{677D6448-09FE-4230-8656-8BED309E53AD}" destId="{8C72FFE0-8322-41CA-BB34-45B213DBFC3F}" srcOrd="1" destOrd="0" presId="urn:microsoft.com/office/officeart/2018/2/layout/IconCircleList"/>
    <dgm:cxn modelId="{F10972F3-E0F8-406D-952C-B32CD08E93C5}" type="presParOf" srcId="{677D6448-09FE-4230-8656-8BED309E53AD}" destId="{08BB79AE-D147-4DA3-8F19-FD007467B5FE}" srcOrd="2" destOrd="0" presId="urn:microsoft.com/office/officeart/2018/2/layout/IconCircleList"/>
    <dgm:cxn modelId="{C84969D8-4650-49A4-AAAD-0E72EB8A7CC6}" type="presParOf" srcId="{677D6448-09FE-4230-8656-8BED309E53AD}" destId="{B9FD14C9-3A41-4151-9F24-D25114B98BDE}" srcOrd="3" destOrd="0" presId="urn:microsoft.com/office/officeart/2018/2/layout/IconCircleList"/>
    <dgm:cxn modelId="{86895283-8BB2-4738-B12D-339E151C05DA}" type="presParOf" srcId="{EA5FBD30-550C-4695-8D54-86BB783DC8D0}" destId="{5A8C214D-B950-4EEE-B692-53CFD927FC4C}" srcOrd="1" destOrd="0" presId="urn:microsoft.com/office/officeart/2018/2/layout/IconCircleList"/>
    <dgm:cxn modelId="{7F54C96C-E2B8-4CEE-82BE-1C04A98A61CE}" type="presParOf" srcId="{EA5FBD30-550C-4695-8D54-86BB783DC8D0}" destId="{21D8808C-976E-4E6A-9C0F-D7F5BA9D23E9}" srcOrd="2" destOrd="0" presId="urn:microsoft.com/office/officeart/2018/2/layout/IconCircleList"/>
    <dgm:cxn modelId="{76230B68-CB71-4A68-B3B8-6AE40A47ABFE}" type="presParOf" srcId="{21D8808C-976E-4E6A-9C0F-D7F5BA9D23E9}" destId="{39B3A199-D6F6-4F1D-9555-52E6DF3066AC}" srcOrd="0" destOrd="0" presId="urn:microsoft.com/office/officeart/2018/2/layout/IconCircleList"/>
    <dgm:cxn modelId="{0F7BAF7E-520D-4837-AB94-D1A0C5BD5139}" type="presParOf" srcId="{21D8808C-976E-4E6A-9C0F-D7F5BA9D23E9}" destId="{5FC580F6-444B-43A6-B7B5-B384334CDD2A}" srcOrd="1" destOrd="0" presId="urn:microsoft.com/office/officeart/2018/2/layout/IconCircleList"/>
    <dgm:cxn modelId="{557F8209-57D2-4EDC-B43B-426800ADCDC3}" type="presParOf" srcId="{21D8808C-976E-4E6A-9C0F-D7F5BA9D23E9}" destId="{708955CD-81DD-47A0-909C-52BE2144FA38}" srcOrd="2" destOrd="0" presId="urn:microsoft.com/office/officeart/2018/2/layout/IconCircleList"/>
    <dgm:cxn modelId="{110F1571-F899-431D-A59C-606928D8FC09}" type="presParOf" srcId="{21D8808C-976E-4E6A-9C0F-D7F5BA9D23E9}" destId="{C4859B10-63E6-4496-B282-8D5BC0EE752E}" srcOrd="3" destOrd="0" presId="urn:microsoft.com/office/officeart/2018/2/layout/IconCircleList"/>
    <dgm:cxn modelId="{5FC1C0DD-F142-482C-A272-D410005916E3}" type="presParOf" srcId="{EA5FBD30-550C-4695-8D54-86BB783DC8D0}" destId="{32377629-60E6-4D54-90A7-E3CCC9294D57}" srcOrd="3" destOrd="0" presId="urn:microsoft.com/office/officeart/2018/2/layout/IconCircleList"/>
    <dgm:cxn modelId="{ECFF1685-C1C3-42D0-8A4C-7D33A2120836}" type="presParOf" srcId="{EA5FBD30-550C-4695-8D54-86BB783DC8D0}" destId="{7AEF346D-E5A8-4F3B-AC80-2950E9707FF9}" srcOrd="4" destOrd="0" presId="urn:microsoft.com/office/officeart/2018/2/layout/IconCircleList"/>
    <dgm:cxn modelId="{F6B913C2-4E38-4634-8400-D41AEF717899}" type="presParOf" srcId="{7AEF346D-E5A8-4F3B-AC80-2950E9707FF9}" destId="{7BE811A1-5E10-4974-96C0-539D243AB6F5}" srcOrd="0" destOrd="0" presId="urn:microsoft.com/office/officeart/2018/2/layout/IconCircleList"/>
    <dgm:cxn modelId="{1F9731D2-DE68-44AB-A222-8CF64BADE3D3}" type="presParOf" srcId="{7AEF346D-E5A8-4F3B-AC80-2950E9707FF9}" destId="{C9C05113-6B9F-47BC-891C-97A58401025B}" srcOrd="1" destOrd="0" presId="urn:microsoft.com/office/officeart/2018/2/layout/IconCircleList"/>
    <dgm:cxn modelId="{2C511DF0-B68D-4CB4-BA01-C6EDF273014D}" type="presParOf" srcId="{7AEF346D-E5A8-4F3B-AC80-2950E9707FF9}" destId="{4957278A-0840-464D-A8A4-90C8DFE2599F}" srcOrd="2" destOrd="0" presId="urn:microsoft.com/office/officeart/2018/2/layout/IconCircleList"/>
    <dgm:cxn modelId="{0D7F4AAD-174D-4AAE-A26F-F3FFC45D50C7}" type="presParOf" srcId="{7AEF346D-E5A8-4F3B-AC80-2950E9707FF9}" destId="{B1E79416-5E7F-40F0-8045-91000B3EC72C}" srcOrd="3" destOrd="0" presId="urn:microsoft.com/office/officeart/2018/2/layout/IconCircleList"/>
    <dgm:cxn modelId="{A804701D-63C4-46B4-8566-214AF5632EAD}" type="presParOf" srcId="{EA5FBD30-550C-4695-8D54-86BB783DC8D0}" destId="{D583091C-20D5-4E47-8CE8-593CF9929798}" srcOrd="5" destOrd="0" presId="urn:microsoft.com/office/officeart/2018/2/layout/IconCircleList"/>
    <dgm:cxn modelId="{2CFDD9C5-BFF8-4450-B6B1-31C92112E27A}" type="presParOf" srcId="{EA5FBD30-550C-4695-8D54-86BB783DC8D0}" destId="{FC3B71D2-2571-45C8-9DE8-4159B5C23C4C}" srcOrd="6" destOrd="0" presId="urn:microsoft.com/office/officeart/2018/2/layout/IconCircleList"/>
    <dgm:cxn modelId="{28B387DA-763C-43F7-A6E0-51CCF492338A}" type="presParOf" srcId="{FC3B71D2-2571-45C8-9DE8-4159B5C23C4C}" destId="{145EF5D5-C554-4129-A50F-DFF68550FF35}" srcOrd="0" destOrd="0" presId="urn:microsoft.com/office/officeart/2018/2/layout/IconCircleList"/>
    <dgm:cxn modelId="{8D772252-CF3E-4B94-B03C-6AF31B0AF6C2}" type="presParOf" srcId="{FC3B71D2-2571-45C8-9DE8-4159B5C23C4C}" destId="{39DBD1F9-F534-47FD-A08C-AED715CB6852}" srcOrd="1" destOrd="0" presId="urn:microsoft.com/office/officeart/2018/2/layout/IconCircleList"/>
    <dgm:cxn modelId="{70F47562-64C8-4657-8CB3-DFD9111DD8E7}" type="presParOf" srcId="{FC3B71D2-2571-45C8-9DE8-4159B5C23C4C}" destId="{62A6845A-FD6D-4A23-81DE-AED0D3840BAF}" srcOrd="2" destOrd="0" presId="urn:microsoft.com/office/officeart/2018/2/layout/IconCircleList"/>
    <dgm:cxn modelId="{D48B5ACD-90A8-4CC7-9102-3DF20D8819F1}" type="presParOf" srcId="{FC3B71D2-2571-45C8-9DE8-4159B5C23C4C}" destId="{16A42362-4239-4D0F-9602-77F6184A19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6E2F6-EE29-4B6E-A597-E67DD33527EE}">
      <dsp:nvSpPr>
        <dsp:cNvPr id="0" name=""/>
        <dsp:cNvSpPr/>
      </dsp:nvSpPr>
      <dsp:spPr>
        <a:xfrm>
          <a:off x="100883" y="465221"/>
          <a:ext cx="1278391" cy="12783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2FFE0-8322-41CA-BB34-45B213DBFC3F}">
      <dsp:nvSpPr>
        <dsp:cNvPr id="0" name=""/>
        <dsp:cNvSpPr/>
      </dsp:nvSpPr>
      <dsp:spPr>
        <a:xfrm>
          <a:off x="369346" y="733683"/>
          <a:ext cx="741467" cy="741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D14C9-3A41-4151-9F24-D25114B98BDE}">
      <dsp:nvSpPr>
        <dsp:cNvPr id="0" name=""/>
        <dsp:cNvSpPr/>
      </dsp:nvSpPr>
      <dsp:spPr>
        <a:xfrm>
          <a:off x="1653216" y="465221"/>
          <a:ext cx="3013351" cy="1278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Make portfolio stronger</a:t>
          </a:r>
        </a:p>
      </dsp:txBody>
      <dsp:txXfrm>
        <a:off x="1653216" y="465221"/>
        <a:ext cx="3013351" cy="1278391"/>
      </dsp:txXfrm>
    </dsp:sp>
    <dsp:sp modelId="{39B3A199-D6F6-4F1D-9555-52E6DF3066AC}">
      <dsp:nvSpPr>
        <dsp:cNvPr id="0" name=""/>
        <dsp:cNvSpPr/>
      </dsp:nvSpPr>
      <dsp:spPr>
        <a:xfrm>
          <a:off x="5191622" y="465221"/>
          <a:ext cx="1278391" cy="127839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580F6-444B-43A6-B7B5-B384334CDD2A}">
      <dsp:nvSpPr>
        <dsp:cNvPr id="0" name=""/>
        <dsp:cNvSpPr/>
      </dsp:nvSpPr>
      <dsp:spPr>
        <a:xfrm>
          <a:off x="5460084" y="733683"/>
          <a:ext cx="741467" cy="741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59B10-63E6-4496-B282-8D5BC0EE752E}">
      <dsp:nvSpPr>
        <dsp:cNvPr id="0" name=""/>
        <dsp:cNvSpPr/>
      </dsp:nvSpPr>
      <dsp:spPr>
        <a:xfrm>
          <a:off x="6743955" y="465221"/>
          <a:ext cx="3013351" cy="1278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Practice workflow between frontend and backend</a:t>
          </a:r>
        </a:p>
      </dsp:txBody>
      <dsp:txXfrm>
        <a:off x="6743955" y="465221"/>
        <a:ext cx="3013351" cy="1278391"/>
      </dsp:txXfrm>
    </dsp:sp>
    <dsp:sp modelId="{7BE811A1-5E10-4974-96C0-539D243AB6F5}">
      <dsp:nvSpPr>
        <dsp:cNvPr id="0" name=""/>
        <dsp:cNvSpPr/>
      </dsp:nvSpPr>
      <dsp:spPr>
        <a:xfrm>
          <a:off x="100883" y="2457864"/>
          <a:ext cx="1278391" cy="127839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05113-6B9F-47BC-891C-97A58401025B}">
      <dsp:nvSpPr>
        <dsp:cNvPr id="0" name=""/>
        <dsp:cNvSpPr/>
      </dsp:nvSpPr>
      <dsp:spPr>
        <a:xfrm>
          <a:off x="369346" y="2726326"/>
          <a:ext cx="741467" cy="741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79416-5E7F-40F0-8045-91000B3EC72C}">
      <dsp:nvSpPr>
        <dsp:cNvPr id="0" name=""/>
        <dsp:cNvSpPr/>
      </dsp:nvSpPr>
      <dsp:spPr>
        <a:xfrm>
          <a:off x="1653216" y="2457864"/>
          <a:ext cx="3013351" cy="1278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Understand architecture and business rules</a:t>
          </a:r>
        </a:p>
      </dsp:txBody>
      <dsp:txXfrm>
        <a:off x="1653216" y="2457864"/>
        <a:ext cx="3013351" cy="1278391"/>
      </dsp:txXfrm>
    </dsp:sp>
    <dsp:sp modelId="{145EF5D5-C554-4129-A50F-DFF68550FF35}">
      <dsp:nvSpPr>
        <dsp:cNvPr id="0" name=""/>
        <dsp:cNvSpPr/>
      </dsp:nvSpPr>
      <dsp:spPr>
        <a:xfrm>
          <a:off x="5191622" y="2457864"/>
          <a:ext cx="1278391" cy="127839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BD1F9-F534-47FD-A08C-AED715CB6852}">
      <dsp:nvSpPr>
        <dsp:cNvPr id="0" name=""/>
        <dsp:cNvSpPr/>
      </dsp:nvSpPr>
      <dsp:spPr>
        <a:xfrm>
          <a:off x="5460084" y="2726326"/>
          <a:ext cx="741467" cy="7414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42362-4239-4D0F-9602-77F6184A19F7}">
      <dsp:nvSpPr>
        <dsp:cNvPr id="0" name=""/>
        <dsp:cNvSpPr/>
      </dsp:nvSpPr>
      <dsp:spPr>
        <a:xfrm>
          <a:off x="6743955" y="2457864"/>
          <a:ext cx="3013351" cy="1278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Build teamwork habit</a:t>
          </a:r>
        </a:p>
      </dsp:txBody>
      <dsp:txXfrm>
        <a:off x="6743955" y="2457864"/>
        <a:ext cx="3013351" cy="1278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554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3925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167499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135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03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341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6018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6258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77485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20151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513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7B30D05-1B05-4FAC-83DD-1EF7F40152D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898E2C9-D94F-466E-B102-DD295EB10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9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49EC-0EF1-70C6-FE56-30C9C0F5B7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Blogora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53E5B-98EC-6B74-21EF-ED48526A1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Talha Ahmad</a:t>
            </a:r>
          </a:p>
        </p:txBody>
      </p:sp>
    </p:spTree>
    <p:extLst>
      <p:ext uri="{BB962C8B-B14F-4D97-AF65-F5344CB8AC3E}">
        <p14:creationId xmlns:p14="http://schemas.microsoft.com/office/powerpoint/2010/main" val="8398140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8C397E-C9BC-4DE8-986D-204E427AD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B34BF-9A7E-6B7A-41B4-D61C983F7E5A}"/>
              </a:ext>
            </a:extLst>
          </p:cNvPr>
          <p:cNvSpPr txBox="1"/>
          <p:nvPr/>
        </p:nvSpPr>
        <p:spPr>
          <a:xfrm>
            <a:off x="1261871" y="365760"/>
            <a:ext cx="9858383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50" dirty="0">
                <a:latin typeface="+mj-lt"/>
                <a:ea typeface="+mj-ea"/>
                <a:cs typeface="+mj-cs"/>
              </a:rPr>
              <a:t>Motive of </a:t>
            </a:r>
            <a:r>
              <a:rPr lang="en-US" sz="4400" b="1" spc="-50" dirty="0" err="1">
                <a:latin typeface="+mj-lt"/>
                <a:ea typeface="+mj-ea"/>
                <a:cs typeface="+mj-cs"/>
              </a:rPr>
              <a:t>Blogora</a:t>
            </a:r>
            <a:endParaRPr lang="en-US" sz="4400" b="1" spc="-5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B2FE6A3-6096-BCB1-F6FB-79396A1D6F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1604168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97469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C72FFE0-8322-41CA-BB34-45B213DBF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graphicEl>
                                              <a:dgm id="{8C72FFE0-8322-41CA-BB34-45B213DBFC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8C72FFE0-8322-41CA-BB34-45B213DBF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graphicEl>
                                              <a:dgm id="{8C72FFE0-8322-41CA-BB34-45B213DBF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796E2F6-EE29-4B6E-A597-E67DD3352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graphicEl>
                                              <a:dgm id="{2796E2F6-EE29-4B6E-A597-E67DD3352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2796E2F6-EE29-4B6E-A597-E67DD3352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graphicEl>
                                              <a:dgm id="{2796E2F6-EE29-4B6E-A597-E67DD3352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9FD14C9-3A41-4151-9F24-D25114B98B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graphicEl>
                                              <a:dgm id="{B9FD14C9-3A41-4151-9F24-D25114B98B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graphicEl>
                                              <a:dgm id="{B9FD14C9-3A41-4151-9F24-D25114B98B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B9FD14C9-3A41-4151-9F24-D25114B98B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9B3A199-D6F6-4F1D-9555-52E6DF3066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graphicEl>
                                              <a:dgm id="{39B3A199-D6F6-4F1D-9555-52E6DF3066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39B3A199-D6F6-4F1D-9555-52E6DF3066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graphicEl>
                                              <a:dgm id="{39B3A199-D6F6-4F1D-9555-52E6DF3066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C580F6-444B-43A6-B7B5-B384334CDD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graphicEl>
                                              <a:dgm id="{5FC580F6-444B-43A6-B7B5-B384334CDD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5FC580F6-444B-43A6-B7B5-B384334CDD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graphicEl>
                                              <a:dgm id="{5FC580F6-444B-43A6-B7B5-B384334CDD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859B10-63E6-4496-B282-8D5BC0EE75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graphicEl>
                                              <a:dgm id="{C4859B10-63E6-4496-B282-8D5BC0EE75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graphicEl>
                                              <a:dgm id="{C4859B10-63E6-4496-B282-8D5BC0EE75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graphicEl>
                                              <a:dgm id="{C4859B10-63E6-4496-B282-8D5BC0EE75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E811A1-5E10-4974-96C0-539D243AB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graphicEl>
                                              <a:dgm id="{7BE811A1-5E10-4974-96C0-539D243AB6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graphicEl>
                                              <a:dgm id="{7BE811A1-5E10-4974-96C0-539D243AB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graphicEl>
                                              <a:dgm id="{7BE811A1-5E10-4974-96C0-539D243AB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9C05113-6B9F-47BC-891C-97A584010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graphicEl>
                                              <a:dgm id="{C9C05113-6B9F-47BC-891C-97A5840102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graphicEl>
                                              <a:dgm id="{C9C05113-6B9F-47BC-891C-97A584010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graphicEl>
                                              <a:dgm id="{C9C05113-6B9F-47BC-891C-97A584010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E79416-5E7F-40F0-8045-91000B3EC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graphicEl>
                                              <a:dgm id="{B1E79416-5E7F-40F0-8045-91000B3EC7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graphicEl>
                                              <a:dgm id="{B1E79416-5E7F-40F0-8045-91000B3EC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graphicEl>
                                              <a:dgm id="{B1E79416-5E7F-40F0-8045-91000B3EC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9DBD1F9-F534-47FD-A08C-AED715CB68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>
                                            <p:graphicEl>
                                              <a:dgm id="{39DBD1F9-F534-47FD-A08C-AED715CB68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graphicEl>
                                              <a:dgm id="{39DBD1F9-F534-47FD-A08C-AED715CB68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>
                                            <p:graphicEl>
                                              <a:dgm id="{39DBD1F9-F534-47FD-A08C-AED715CB68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45EF5D5-C554-4129-A50F-DFF68550F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">
                                            <p:graphicEl>
                                              <a:dgm id="{145EF5D5-C554-4129-A50F-DFF68550FF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graphicEl>
                                              <a:dgm id="{145EF5D5-C554-4129-A50F-DFF68550F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graphicEl>
                                              <a:dgm id="{145EF5D5-C554-4129-A50F-DFF68550F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A42362-4239-4D0F-9602-77F6184A1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>
                                            <p:graphicEl>
                                              <a:dgm id="{16A42362-4239-4D0F-9602-77F6184A19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>
                                            <p:graphicEl>
                                              <a:dgm id="{16A42362-4239-4D0F-9602-77F6184A1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>
                                            <p:graphicEl>
                                              <a:dgm id="{16A42362-4239-4D0F-9602-77F6184A1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6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1AE9C-FC01-192A-68E8-059B585882A7}"/>
              </a:ext>
            </a:extLst>
          </p:cNvPr>
          <p:cNvSpPr txBox="1"/>
          <p:nvPr/>
        </p:nvSpPr>
        <p:spPr>
          <a:xfrm>
            <a:off x="944183" y="5181600"/>
            <a:ext cx="10156435" cy="1076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spc="-50" dirty="0">
                <a:latin typeface="+mj-lt"/>
                <a:ea typeface="+mj-ea"/>
                <a:cs typeface="+mj-cs"/>
              </a:rPr>
              <a:t>Themes for </a:t>
            </a:r>
            <a:r>
              <a:rPr lang="en-US" sz="5400" b="1" spc="-50" dirty="0" err="1">
                <a:latin typeface="+mj-lt"/>
                <a:ea typeface="+mj-ea"/>
                <a:cs typeface="+mj-cs"/>
              </a:rPr>
              <a:t>Blogora</a:t>
            </a:r>
            <a:endParaRPr lang="en-US" sz="5400" b="1" spc="-50" dirty="0"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94FEAF-9EC5-6A5B-0885-EBEBAAB37C83}"/>
              </a:ext>
            </a:extLst>
          </p:cNvPr>
          <p:cNvGrpSpPr/>
          <p:nvPr/>
        </p:nvGrpSpPr>
        <p:grpSpPr>
          <a:xfrm>
            <a:off x="1097280" y="1302675"/>
            <a:ext cx="4616874" cy="2500051"/>
            <a:chOff x="5916705" y="759070"/>
            <a:chExt cx="4930589" cy="266992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3EAE460-E750-FDAF-0478-7D846EA8A134}"/>
                </a:ext>
              </a:extLst>
            </p:cNvPr>
            <p:cNvSpPr/>
            <p:nvPr/>
          </p:nvSpPr>
          <p:spPr>
            <a:xfrm>
              <a:off x="5916705" y="759070"/>
              <a:ext cx="4930589" cy="2669929"/>
            </a:xfrm>
            <a:prstGeom prst="roundRect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 defTabSz="425196">
                <a:spcAft>
                  <a:spcPts val="600"/>
                </a:spcAft>
              </a:pPr>
              <a:r>
                <a:rPr lang="en-US" sz="2232" b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Dark Theme</a:t>
              </a:r>
              <a:endParaRPr lang="en-US" sz="2400" b="1"/>
            </a:p>
          </p:txBody>
        </p:sp>
        <p:pic>
          <p:nvPicPr>
            <p:cNvPr id="7" name="Picture 6" descr="A blue and black rectangular shapes&#10;&#10;AI-generated content may be incorrect.">
              <a:extLst>
                <a:ext uri="{FF2B5EF4-FFF2-40B4-BE49-F238E27FC236}">
                  <a16:creationId xmlns:a16="http://schemas.microsoft.com/office/drawing/2014/main" id="{E5842585-5BA7-10FE-E313-F69B8CADF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5" t="5241" r="2984" b="17194"/>
            <a:stretch>
              <a:fillRect/>
            </a:stretch>
          </p:blipFill>
          <p:spPr>
            <a:xfrm>
              <a:off x="6096000" y="982824"/>
              <a:ext cx="4572000" cy="1820567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B3C58F-32C8-2716-B837-3279F8B9B5AD}"/>
              </a:ext>
            </a:extLst>
          </p:cNvPr>
          <p:cNvGrpSpPr/>
          <p:nvPr/>
        </p:nvGrpSpPr>
        <p:grpSpPr>
          <a:xfrm>
            <a:off x="6035886" y="1302675"/>
            <a:ext cx="4616874" cy="2500051"/>
            <a:chOff x="143435" y="759071"/>
            <a:chExt cx="4930589" cy="26699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F184CDF-E7B2-E7E2-1364-95CE003C49EE}"/>
                </a:ext>
              </a:extLst>
            </p:cNvPr>
            <p:cNvSpPr/>
            <p:nvPr/>
          </p:nvSpPr>
          <p:spPr>
            <a:xfrm>
              <a:off x="143435" y="759071"/>
              <a:ext cx="4930589" cy="2669929"/>
            </a:xfrm>
            <a:prstGeom prst="roundRect">
              <a:avLst/>
            </a:prstGeom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 defTabSz="425196">
                <a:spcAft>
                  <a:spcPts val="600"/>
                </a:spcAft>
              </a:pPr>
              <a:r>
                <a:rPr lang="en-US" sz="2232" b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Light Theme</a:t>
              </a:r>
              <a:endParaRPr lang="en-US" sz="2400" b="1"/>
            </a:p>
          </p:txBody>
        </p:sp>
        <p:pic>
          <p:nvPicPr>
            <p:cNvPr id="9" name="Picture 8" descr="A group of blue and orange rectangles&#10;&#10;AI-generated content may be incorrect.">
              <a:extLst>
                <a:ext uri="{FF2B5EF4-FFF2-40B4-BE49-F238E27FC236}">
                  <a16:creationId xmlns:a16="http://schemas.microsoft.com/office/drawing/2014/main" id="{F76B6B02-DFF8-C6A1-A449-7050BB48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8" t="4949" r="2903" b="34063"/>
            <a:stretch>
              <a:fillRect/>
            </a:stretch>
          </p:blipFill>
          <p:spPr>
            <a:xfrm>
              <a:off x="322729" y="905434"/>
              <a:ext cx="4572000" cy="1820567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</p:grpSp>
    </p:spTree>
    <p:extLst>
      <p:ext uri="{BB962C8B-B14F-4D97-AF65-F5344CB8AC3E}">
        <p14:creationId xmlns:p14="http://schemas.microsoft.com/office/powerpoint/2010/main" val="15938370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98F931-5550-51A4-8C86-EB4588A0DE47}"/>
              </a:ext>
            </a:extLst>
          </p:cNvPr>
          <p:cNvSpPr txBox="1"/>
          <p:nvPr/>
        </p:nvSpPr>
        <p:spPr>
          <a:xfrm>
            <a:off x="1028661" y="4573794"/>
            <a:ext cx="10134678" cy="1635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300" b="1" spc="-50" dirty="0">
                <a:latin typeface="+mj-lt"/>
                <a:ea typeface="+mj-ea"/>
                <a:cs typeface="+mj-cs"/>
              </a:rPr>
              <a:t>Architecture of </a:t>
            </a:r>
            <a:r>
              <a:rPr lang="en-US" sz="6300" b="1" spc="-50" dirty="0" err="1">
                <a:latin typeface="+mj-lt"/>
                <a:ea typeface="+mj-ea"/>
                <a:cs typeface="+mj-cs"/>
              </a:rPr>
              <a:t>Blogora</a:t>
            </a:r>
            <a:endParaRPr lang="en-US" sz="6300" b="1" spc="-50" dirty="0"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1A09B2-6410-F29A-5D20-503FF55D2478}"/>
              </a:ext>
            </a:extLst>
          </p:cNvPr>
          <p:cNvGrpSpPr/>
          <p:nvPr/>
        </p:nvGrpSpPr>
        <p:grpSpPr>
          <a:xfrm>
            <a:off x="1999129" y="304799"/>
            <a:ext cx="7655859" cy="3792071"/>
            <a:chOff x="1999129" y="304799"/>
            <a:chExt cx="7655859" cy="37920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2E6BA52-AD3B-B898-4385-EE37E9B08F94}"/>
                </a:ext>
              </a:extLst>
            </p:cNvPr>
            <p:cNvSpPr/>
            <p:nvPr/>
          </p:nvSpPr>
          <p:spPr>
            <a:xfrm>
              <a:off x="1999129" y="304799"/>
              <a:ext cx="7655859" cy="3792071"/>
            </a:xfrm>
            <a:prstGeom prst="roundRect">
              <a:avLst>
                <a:gd name="adj" fmla="val 9938"/>
              </a:avLst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innerShdw blurRad="114300">
                <a:prstClr val="black"/>
              </a:inn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contourW="19050" prstMaterial="flat">
              <a:bevelT w="114300" prst="hardEdge"/>
              <a:contourClr>
                <a:schemeClr val="accent1">
                  <a:shade val="25000"/>
                  <a:satMod val="140000"/>
                </a:schemeClr>
              </a:contourClr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9F0EAB-9AA7-A920-1103-1B71E293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40042" y="411256"/>
              <a:ext cx="7248525" cy="3543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2031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66</TotalTime>
  <Words>36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View</vt:lpstr>
      <vt:lpstr>Blogora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Talha Ahmad</dc:creator>
  <cp:lastModifiedBy>Talha Ahmad</cp:lastModifiedBy>
  <cp:revision>20</cp:revision>
  <dcterms:created xsi:type="dcterms:W3CDTF">2026-01-01T05:45:36Z</dcterms:created>
  <dcterms:modified xsi:type="dcterms:W3CDTF">2026-01-01T06:51:38Z</dcterms:modified>
</cp:coreProperties>
</file>